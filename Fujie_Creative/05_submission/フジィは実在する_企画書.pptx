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image" Target="../media/image-1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image" Target="../media/image-1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世界初の完全養殖ストーリーで、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フジィを「シンボル」から「キャラクター」へ。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 2027 年 —— 1987 年から 40 年、2002 年から 25 年。ふたつの節目が重なります。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つの施策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379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https://don-bp.github.io/fuji_famous/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添付：フジィを育てよう.html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4132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2026-09-16T04:40:53Z</dcterms:created>
  <dcterms:modified xsi:type="dcterms:W3CDTF">2026-09-16T04:40:53Z</dcterms:modified>
</cp:coreProperties>
</file>