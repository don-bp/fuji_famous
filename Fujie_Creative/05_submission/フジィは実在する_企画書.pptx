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表紙。結論を先に置く：フジィは想像上のキャラクターではなく、フジキンが実際に育てている魚である。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物語に「重さ」を与えるスライド。キャビアの話を、食の話から保全の話へ引き上げる。統合報告書・サステナビリティ部門にも共有できる論点になる。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キャラクターの最大の弱点（サメに見える）を、そのまま最大の入口に変える。フジキン自身のサイトが根拠。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チョウザメの特徴（銀色のボディ、長い吻、背中の硬鱗、4本のひげ、大きな黒い目）はすべて継承。ひれのみで、脚はありません。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年という締切を置くことで、この企画は「いつかやる案」ではなく「来年度の計画」になる。第 1 期の制作物は本エントリーにすべて添付済み。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image" Target="../media/image-19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310" y="214884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417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フジィを有名にする！アイデアコンテスト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世界初の完全養殖ストーリーで、</a:t>
            </a:r>
            <a:endParaRPr lang="en-US" sz="14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フジィを「シンボル」から「キャラクター」へ。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問題は「知られていない」ことではない。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「語る材料」が表に出ていないことである。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募集要項にはこうあります ——「半導体業界などで高い知名度を誇る企業ですが、一般層にはまだ広く知られていない」。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しかしフジキンには、一般層がもっとも強く反応する材料が、すでに社内にあります。それがフジィと結びついていないだけです。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公式Instagram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2,212 億円・従業員 6,742 名の企業として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一般消費者向けの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キャビアは飲食店・卸売のみへ販売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40年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語られていない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挑戦の記録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年から続く世界初への道のり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出典：募集概要、フジキン会社概要（2026年3月期）、公式Instagram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フジィは「シンボル」であって、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まだ「キャラクター」ではない。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マニュアル第 7 条は正しい。企業シンボルは厳格に守られるべきです。しかしシンボルのままでは、有名にはなれません。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シンボル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いまのフジィ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できる：企業の信頼を示す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できる：製品の品質を象徴する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できる：広告・会社案内で映える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983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できない：笑うことができない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できない：動くことができない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できない：抱きしめられない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できない：ファンが描けない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必要なフジィ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できる：感情を持つ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できる：日常に入り込む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できる：グッズになれる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できる：人が共有したくなる</a:t>
            </a:r>
            <a:endParaRPr lang="en-US" sz="1150" dirty="0"/>
          </a:p>
        </p:txBody>
      </p:sp>
      <p:pic>
        <p:nvPicPr>
          <p:cNvPr id="14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38912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387397"/>
            <a:ext cx="4754880" cy="19917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この企画の起点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28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 以上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茨城県常陸太田市・里美養魚場。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フジィは想像上の生きものではありません。フジキンが 40 年かけて、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本当に育ててきた魚です。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15_act2/endangered_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50920"/>
            <a:ext cx="4937760" cy="275595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234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この魚について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──そして、絶滅危惧種である。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749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チョウザメは、IUCN レッドリストで「もっとも絶滅の危機にある生物群」とされています。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現存する全種が、絶滅危惧種です。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億年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恐竜より古く、ほとんど姿を変えなかった魚。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「進化」を名に持つフジィは、進化する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必要がなかった魚でもあります。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70832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45152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種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現存するチョウザメは、すべて絶滅危惧種。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キャビアのために、世界中で獲られ続けました。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55864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0184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 年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330184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完全養殖の成立以降、この魚は水槽の中だけで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世代をつないでいます。川から獲る必要が、ない。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フジキンがつくったのは、珍味ではありません。「もう川から獲らなくていい」という技術です。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バルブメーカーが、日本の国産キャビアを生んだ。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最高技術顧問・故 西堀栄三郎先生の一言。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「フジキンのバルブを使って、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チョウザメの養殖を始めてみないか？」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56432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日本の民間企業として初めて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人工ふ化に成功。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しかし初年度の生残率はわずか 5%。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27064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27064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水槽での完全養殖に成功。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生残率は 60% へ。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卵から育てた魚が、また卵を産んだ。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日本初のキャビア出荷。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いま国内に流通する国産キャビアの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多くは、ここから広がっている。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11 年間こそ、企業ポリシー「極限への挑戦」そのものです。説明する言葉ではなく、実話として語れます。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 2027 年 —— 1987 年から 40 年、2002 年から 25 年。ふたつの節目が重なります。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グッズは配り終わる。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物語は、人が人に話す。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募集要項にも「グッズ製作などの枠にとどまらない、幅広い視点のアイデア」とあります。本企画はグッズを否定しません。順序を変えます —— 物語を先に立て、グッズはその受け皿にします。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従来の順序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3649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グッズをつくる　→　配る　→　終わる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7647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配布数が上限。話題は一度きり。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66344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本企画の順序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828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物語を立てる　→　キャラクターが受け皿になる　→　人が人に話す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2395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誰かに話したくなる強度を持っています。広告費をかけずに伝播する、唯一の資産です。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172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チョウザメは「蝶のサメ」と書くため、ほぼ全員が最初にサメだと思います。フジキンのキャビアサイトにも「サメとの違い」というページがあるほどです。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ならば、誤解を直す努力をやめて、誤解のほうを入口にします。</a:t>
            </a:r>
            <a:endParaRPr lang="en-US" sz="1300" dirty="0"/>
          </a:p>
        </p:txBody>
      </p:sp>
      <p:pic>
        <p:nvPicPr>
          <p:cNvPr id="5" name="Image 0" descr="D:/Fuji_Famous/Fujie_Creative/15_act2/shark_vs_sturgeon_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974366"/>
            <a:ext cx="4389120" cy="20863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493008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6301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3648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歯がある／軟骨魚／海／ヒゲなし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41696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0682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チョウザメ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4325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歯がない／硬骨魚／淡水／ヒゲ 4 本・背中に硬い板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4937760"/>
            <a:ext cx="10789920" cy="1097280"/>
          </a:xfrm>
          <a:prstGeom prst="roundRect">
            <a:avLst>
              <a:gd name="adj" fmla="val 5000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　→　「サメより、ずっと少ないんです。」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595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冗談で入口を開け、事実で残す。この二行で「チョウザメとは何か」と「なぜ大切か」が同時に伝わります。スタンプもグッズもミニゲームも、すべてここから展開できます。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この一言を発するのは「ちびフジィ」です。公式フジィに文字を重ねることはしません（マニュアル第 7 条）。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つの施策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上から順に実施します。①がなければ②以降は成立しません。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4140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311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表情と親しみを担う第 2 の姿を公式に追加する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4140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2311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友だち追加を条件に無料配布する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401568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80390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36210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誰も見たことのない養魚場の映像を出す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401568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380390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6210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ちびフジィの無償開放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稚魚取引先のパッケージを広告に変える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4791456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51937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010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会いに行けるマスコット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5394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里美養魚場を限定公開する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0" y="4791456"/>
            <a:ext cx="5257800" cy="1188720"/>
          </a:xfrm>
          <a:prstGeom prst="roundRect">
            <a:avLst>
              <a:gd name="adj" fmla="val 4615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51937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379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5010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年の物語を映像化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5394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 ―― 表情を持つ、第 2 の姿。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現行マニュアルの規定は一切変更しません。従来のフジィは企業シンボルとして厳格に保護したまま、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公の場で人と接するための姿を新たに追加します。</a:t>
            </a:r>
            <a:endParaRPr lang="en-US" sz="1400" dirty="0"/>
          </a:p>
        </p:txBody>
      </p:sp>
      <p:pic>
        <p:nvPicPr>
          <p:cNvPr id="5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80360"/>
            <a:ext cx="3017520" cy="3017520"/>
          </a:xfrm>
          <a:prstGeom prst="rect">
            <a:avLst/>
          </a:prstGeom>
        </p:spPr>
      </p:pic>
      <p:pic>
        <p:nvPicPr>
          <p:cNvPr id="6" name="Image 1" descr="D:/Fuji_Famous/Fujie_Creative/deck_assets/01_character/master_express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319" y="2880360"/>
            <a:ext cx="404132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 ―― マニュアルとの関係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条は、破りません。足します。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従来のフジィ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企業シンボル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会社案内・広告・名刺・製品資料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ver1.0 の規定どおり、変形・色変更・透過・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文字の重ね・デザイン変更・要素の追加削除は一切行いません。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パブリック・キャラクター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SNS・スタンプ・グッズ・イベント・地域連携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として新たに規定を設け、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表情差分や利用ルールを整備します。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シンボルは守り、キャラクターは育てる。両立させるための提案です。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種を、無料配布する。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もっとも費用対効果の高い認知獲得手段です。スタンプは「友人が」「私的な会話の中で」「自発的に」送るため、広告では決して到達できない場所に届きます。一度制作すれば、送信されるたびに露出が続きます。</a:t>
            </a:r>
            <a:endParaRPr lang="en-US" sz="1350" dirty="0"/>
          </a:p>
        </p:txBody>
      </p:sp>
      <p:pic>
        <p:nvPicPr>
          <p:cNvPr id="5" name="Image 0" descr="D:/Fuji_Famous/Fujie_Creative/deck_assets/02_stickers/sticker_board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22" y="2926080"/>
            <a:ext cx="2508796" cy="3108960"/>
          </a:xfrm>
          <a:prstGeom prst="rect">
            <a:avLst/>
          </a:prstGeom>
        </p:spPr>
      </p:pic>
      <p:pic>
        <p:nvPicPr>
          <p:cNvPr id="6" name="Image 1" descr="D:/Fuji_Famous/Fujie_Creative/deck_assets/02_stickers/sticker_board_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322" y="2926080"/>
            <a:ext cx="2508796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26680" y="2926080"/>
            <a:ext cx="37490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すでに制作済みです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日常語 40 種：おはよう／ありがとう／おつかれさま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動きのある 24 種：ながれにのれ／ロケット／ハイタッチ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 64 種：海外拠点・WhatsApp にもそのまま使えます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一番手は「サメじゃないです」。この一言が会話を始めます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配布条件：公式アカウント友だち追加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 フォロワーは弱点ではなく、余白です。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31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誰も見たことのない映像を、フジキンだけが持っています。制作費はほぼかかりません。すでに社内にある光景です。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万尾の給餌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水面が一斉に沸き立つ数十秒。説明不要で強い映像です。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539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6539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ふ化の瞬間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卵から出てくる一尾。40 年の研究の核心が数秒で伝わります。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夜明けの養魚場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静かな水面と作業の始まり。企業の日常が、そのまま物語になります。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539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雌雄判別の技術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フジキンが確立した専門ノウハウ。技術系メディアが反応します。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4 ―― 他社に真似できない施策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取引先のパッケージを、そのまま広告に変える。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はチョウザメの稚魚を全国の養殖業者へ販売しています。その取引先にちびフジィを無償開放すれば、日本中の国産キャビア生産者の商品に、フジィが載ります。追加費用はかからず、既存の取引網だけで成立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稚魚を販売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（既存事業）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27832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75304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全国の養殖業者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無償で使用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17336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464808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国産キャビア商品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パッケージに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フジィが載る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9354312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2912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食卓でフジィと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出会う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 企業が BtoC に到達する、現実的で低コストな経路です。フジキン以外の企業には、この取引網がありません。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日本で唯一、「餌やりができる」企業マスコットへ。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里美養魚場（茨城県常陸太田市）の限定公開。1 万尾の本物のフジィに会える場所をつくります。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茨城県は「霞ヶ浦キャビア」で国内一の産地を目指しており、県・自治体・地元メディアを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無償の拡散チャネルとして活用できます。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小学校・自治体との連携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206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地元の社会科見学・食育プログラムとして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68172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採用広報への転用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4937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学生が「極限への挑戦」を体験として理解する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メディアの取材動線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テレビ・新聞が撮りたくなる絵がある</a:t>
            </a:r>
            <a:endParaRPr lang="en-US" sz="1050" dirty="0"/>
          </a:p>
        </p:txBody>
      </p:sp>
      <p:pic>
        <p:nvPicPr>
          <p:cNvPr id="17" name="Image 0" descr="D:/Fuji_Famous/Fujie_Creative/deck_assets/04_campaign/stage_3_f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7791" y="2377440"/>
            <a:ext cx="344969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年の物語を、映像化する。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ロケ地はすべて自社保有。制作費以外の追加投資を必要としません。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旧ソ連視察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ボルガ川を行く船の上で、はじめて口にしたフレッシュキャビア。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なぜ世界三大珍味なのかを、舌で理解した瞬間。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生残率 5%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尾のうち 95 尾が育たなかった初年度。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この数字こそ、物語の芯になります。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2162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世界初への 11 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1998 年の完全養殖まで。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企業ポリシー「極限への挑戦」の、最も具体的な証拠。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8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短尺縦型（SNS）と長尺（会社案内・採用）の 2 形態で展開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ぬいぐるみは、3 サイズで「成長」を見せる。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稚魚・幼魚・成魚。フジキンが世界で初めて成功させた「完全養殖」＝ 一生をまるごと育てる技術が、そのまま商品ラインになります。グッズが物語を説明してくれます。</a:t>
            </a:r>
            <a:endParaRPr lang="en-US" sz="1350" dirty="0"/>
          </a:p>
        </p:txBody>
      </p:sp>
      <p:pic>
        <p:nvPicPr>
          <p:cNvPr id="5" name="Image 0" descr="D:/Fuji_Famous/Fujie_Creative/deck_assets/03_plushie/plush_size_line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65" y="2880360"/>
            <a:ext cx="5406390" cy="3017520"/>
          </a:xfrm>
          <a:prstGeom prst="rect">
            <a:avLst/>
          </a:prstGeom>
        </p:spPr>
      </p:pic>
      <p:pic>
        <p:nvPicPr>
          <p:cNvPr id="6" name="Image 1" descr="D:/Fuji_Famous/Fujie_Creative/deck_assets/03_plushie/plush_keychain_lifesty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163383"/>
            <a:ext cx="1828800" cy="2451475"/>
          </a:xfrm>
          <a:prstGeom prst="rect">
            <a:avLst/>
          </a:prstGeom>
        </p:spPr>
      </p:pic>
      <p:pic>
        <p:nvPicPr>
          <p:cNvPr id="7" name="Image 2" descr="D:/Fuji_Famous/Fujie_Creative/deck_assets/03_plushie/plush_studio_fro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451860"/>
            <a:ext cx="1874520" cy="18745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 キーホルダー／25cm／50cm。いずれも試作イメージです。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マスコットは、飾るものではなく、集めるもの。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一点の値段がいちばん安く、いちばん遠くまで行くのがマスコットです。6 種を出してブラインドで売れば、買うのは一度きりではなくなります。そして鞄に下がった瞬間、通勤電車のなかで毎日人目に触れます。棚の上ではなく、街のなかに置ける唯一のグッズです。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3_plushie/plush_mascot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818" y="3017520"/>
            <a:ext cx="3194685" cy="1783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6 種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2669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同じ一匹を 6 つの姿で。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揃えたくなる形にします。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43400" y="292608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03_plushie/plush_mascot_blindba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733" y="3017520"/>
            <a:ext cx="2388054" cy="1783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2628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ブラインド販売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480560" y="52669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中身は開けるまで分からない。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一度きりの買い物にしません。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001000" y="292608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3_plushie/plush_mascot_ra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333" y="3017520"/>
            <a:ext cx="2388054" cy="17830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18388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ラックで面を取る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138160" y="52669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小さく、軽く、吊るせる。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売り場でいちばん場所を取りません。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10cm・全 6 種。ぬいぐるみ 3 サイズのうち、いちばん安く、いちばん数が出る一点です。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一匹の魚から、五つの棚。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同じ一匹から、客層のちがう棚をつくります。子どもの棚、贈答の棚、旅の棚、文様の棚、工芸の棚。公式原画を使う棚では、マニュアル第 7 条のとおり原画に一切手を入れていません。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7_merch_chibi/gacha_capsule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98697"/>
            <a:ext cx="1828800" cy="10207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見学者センターとガチャ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52928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12_merch_official_2/official_gift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226308"/>
            <a:ext cx="1828800" cy="13655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62656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公式ライン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907792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贈答と式典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0056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9_merch_maison/maison_to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3226308"/>
            <a:ext cx="1828800" cy="13655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29784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Maison Fujie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74920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革と帆布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187184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8" name="Image 3" descr="D:/Fuji_Famous/Fujie_Creative/deck_assets/13_merch_wamon/wamon_shop_tab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3398697"/>
            <a:ext cx="1828800" cy="10207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96912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和紋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242048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文様を持ちあるく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354312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22" name="Image 4" descr="D:/Fuji_Famous/Fujie_Creative/deck_assets/10_merch_wa/wa_ukiyoe_wav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52" y="3226308"/>
            <a:ext cx="1828800" cy="1365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9409176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工芸のことば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 100 点超を制作済み。全点は添付のポートフォリオサイトでご覧いただけます。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もう一つの意匠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フジキンの名は、富士に由来する。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社名の由来がそのまま意匠になります。水にくわえて富士を据えると、五つの棚すべてが一本の筋でつながります。浮世絵の遠景に、金屏風の右隻に、青海波を抜いた白地に、絹の中央に、そして 40 周年の記章に。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623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9_fujisan/wa/wa_fuji_ukiy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384" y="3017520"/>
            <a:ext cx="3796393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9_fujisan/badge_40_fuj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2990088"/>
            <a:ext cx="969264" cy="9692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928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周年の記章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0525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chibi/chibi_fuji_gach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59" y="2990088"/>
            <a:ext cx="1298121" cy="9692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074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 ガチャ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379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maison/maison_fuji_scar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188" y="4562856"/>
            <a:ext cx="969264" cy="9692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928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Maison スカーフ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90525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7" name="Image 4" descr="D:/Fuji_Famous/Fujie_Creative/deck_assets/19_fujisan/wamon/wamon_fuji_furoshik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4562856"/>
            <a:ext cx="969264" cy="9692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1074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青海波 風呂敷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富士は公式原画の隣に置く意匠であり、原画そのものには重ねていません。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この魚のために、文様を 18 種描いた。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日本の文様は意味で選ばれてきました。青海波は海、鱗は魚の鱗、立涌はのぼる流れ、麻の葉は育つこと。そこへこの魚の要素を描き足しています —— 亀甲の節にはバルブのハンドル、矢絣は逆流、小紋の粒はキャビア。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074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1_wamon/wamon_collecti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571" y="3017520"/>
            <a:ext cx="2987378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3_merch_wamon/wamon_sens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3622487"/>
            <a:ext cx="1563624" cy="11675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25896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扇子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836408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wa_official/wao_fuji_byob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69880"/>
            <a:ext cx="1563624" cy="872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72984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金屏風 ／ 公式原画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9683496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official/official_fuji_gla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622487"/>
            <a:ext cx="1563624" cy="116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720072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クリスタル ／ 公式原画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同じ版を風呂敷・手ぬぐい・扇子・包装紙・化粧箱へ展開しています。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本エントリーの添付資料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「フジィを育てよう」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 実際に遊べる育成シミュレーターを制作しました。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9424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ごはん・あそぶ・ねむる・水流（バルブ開度）の四つの世話で、一粒の卵から成魚まで育てます。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あそぶはミニゲーム四種。フジィの表情が空腹や眠気を伝えます。所要 90 秒。スマートフォンでもそのまま開けます。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6" name="Image 0" descr="D:/Fuji_Famous/Fujie_Creative/deck_assets/04_campaign/stage_1_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54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一粒の卵から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98648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0" name="Image 1" descr="D:/Fuji_Famous/Fujie_Creative/deck_assets/04_campaign/stage_2_lar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269372"/>
            <a:ext cx="1463040" cy="959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1528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111496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4" name="Image 2" descr="D:/Fuji_Famous/Fujie_Creative/deck_assets/04_campaign/stage_3_f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386" y="3154680"/>
            <a:ext cx="1149899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94376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202936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24344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8" name="Image 3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3442614"/>
            <a:ext cx="1463040" cy="6128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07224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7415784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37192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22" name="Image 4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526841"/>
            <a:ext cx="1463040" cy="44439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20072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628632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そして、40年目へ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685800" y="5440680"/>
            <a:ext cx="10789920" cy="566928"/>
          </a:xfrm>
          <a:prstGeom prst="roundRect">
            <a:avLst>
              <a:gd name="adj" fmla="val 12903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051560" y="555955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いますぐ開けます　</a:t>
            </a:r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https://don-bp.github.io/fuji_famous/</a:t>
            </a:r>
            <a:pPr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添付：フジィを育てよう.html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年は、40 年目です。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40 年、2002 年の初出荷から 25 年。2027 年はその両方が重なる年です。結果発表は 2026 年 12 月 —— 2027 年度の計画に、そのまま乗せられます。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挑戦から 40 年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ちびフジィ確定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策定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 128 種公開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ふ化の季節に合わせ、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フジィの誕生日を定める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初出荷から 25 年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 運用開始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養魚場の映像を蓄積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取引先への無償開放を案内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周年の国産キャビアとして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地域・行政に持ち込める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想定コスト：低〜中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27064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644384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完全養殖から 30 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里美養魚場の限定公開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茨城県との連携協議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ぬいぐるみ等グッズ化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「会いに行けるマスコット」の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開始年として節目が立つ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7696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0415016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 100 周年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72016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ドキュメンタリー公開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採用広報への本格転用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フジィ自身も 5 歳。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周年の顔になる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想定コスト：中〜高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 100 周年を、フジィが有名になった状態で迎える。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一度つくれば、翌年の土台になる。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「覚えられる会社」から「語られる会社」へ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一般層への継続的な到達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スタンプは送信されるかぎり露出が続きます。一度の制作費で、最も信頼された場所に繰り返し現れます。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取引先を通じた面の拡大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フジキンが直接リーチできない一般消費者の食卓に、フジィが届きます。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採用広報への波及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 から世界初に至った 11 年間は、学生がもっとも反応する種類の物語です。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地域・行政との連携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茨城県の産地化政策と目的が一致し、無償の拡散チャネルになります。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資産が積み上がる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キャラクター・スタンプ・映像・公開体制。いずれも残り、時間とともに価値が増します。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0390" y="141732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611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このフジィは、実在します。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 40 年かけて育ててきた魚を、</a:t>
            </a:r>
            <a:endParaRPr lang="en-US" sz="145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日本中が知っている名前にしたいと考えています。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4132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年、40 年目。　創業 100 周年を、フジィが有名になった状態で迎える。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2026-09-16T05:01:03Z</dcterms:created>
  <dcterms:modified xsi:type="dcterms:W3CDTF">2026-09-16T05:01:03Z</dcterms:modified>
</cp:coreProperties>
</file>