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表紙。結論を先に置く：フジィは想像上のキャラクターではなく、フジキンが実際に育てている魚である。企画の全体像は表紙のリンクからそのまま開ける。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n-bp.github.io/fuji_famous/studio-fa519005bf/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hyperlink" Target="https://don-bp.github.io/fuji_famous/studio-fa519005bf/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n-bp.github.io/fuji_famous/studio-fa519005bf/" TargetMode="Externa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世界初の完全養殖ストーリーで、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フジィを「シンボル」から「キャラクター」へ。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85800" y="5138928"/>
            <a:ext cx="6583680" cy="502920"/>
          </a:xfrm>
          <a:prstGeom prst="roundRect">
            <a:avLst>
              <a:gd name="adj" fmla="val 14545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24865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企画の全体像はこちらで　</a:t>
            </a:r>
            <a:pPr indent="0" marL="0">
              <a:buNone/>
            </a:pPr>
            <a:r>
              <a:rPr lang="en-US" sz="1200" b="1" u="sng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https://don-bp.github.io/fuji_famous/studio-fa519005bf/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フジィは、この物語の魚です。いま里美養魚場に泳ぐ 1 万尾は一尾残らずこの物語の続きで、会社案内の銀色の魚は、その 1 万尾の顔です。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0832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55864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3018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33104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833104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70832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5152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451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55864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30184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0184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833104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833104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水族館のサメの隣に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アクアワールド大洗に本物のフジィの水槽を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45152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45152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148072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148072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同い年の「2027 年組」に書き、100 周年に開封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055864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30184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30184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フジィのマンホール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833104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常陸太田市内に 3〜5 枚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6012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1463040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 40 家族。手紙と、はじめてのキャビア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70832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45152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645152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48072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「チョウザメの日」を登録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日本記念日協会へ。誕生日と公開日を重ねる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7 ―― 水族館と組めば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サメの水槽の隣に、サメじゃない魚を。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茨城県大洗水族館はサメの展示で知られています。その隣に本物の展示水槽をひとつ設け、里美養魚場から来たフジィを何尾も泳がせます。パネルの一言は「サメじゃないです。サメより、ずっと少ないんです」。誰もがサメだと思う魚を、本物のサメの隣に。これ以上わかりやすい入口はありません。水族館の判断が前提の提案で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フジキンが自前では集められない規模の来館者に、年間を通じて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水族館に来る人は、はじめから魚を好きになりに来ている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年度にチョウザメの展示水槽を提案。実現すれば 40 周年の企画展へ</a:t>
            </a:r>
            <a:endParaRPr lang="en-US" sz="1050" dirty="0"/>
          </a:p>
        </p:txBody>
      </p:sp>
      <p:pic>
        <p:nvPicPr>
          <p:cNvPr id="17" name="Image 0" descr="D:/Fuji_Famous/Fujie_Creative/deck_assets/20_new_ideas/aquaworld_c_bo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8 ―― 同い年の魚に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養魚場を訪れた子どもが、その年に卵からかえった「2027 年組」に手紙を書きます。封をして、開けるのは 2030 年、創業 100 周年の日。一尾ずつを追う必要はありません。魚は年ごとの組で育てられ、いつかえったかは必ずわかっています。チョウザメは人より長く生きることがあります。同い年の魚は、一生の相手になります。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学校・家庭・地域。「預けたもの」としてフジキンの名前が残る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「あの会社の魚」が「わたしの年の魚」になる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年の公開日に最初の手紙を集める。便箋と、封をする箱と、開封の日付だけ</a:t>
            </a:r>
            <a:endParaRPr lang="en-US" sz="1050" dirty="0"/>
          </a:p>
        </p:txBody>
      </p:sp>
      <p:pic>
        <p:nvPicPr>
          <p:cNvPr id="17" name="Image 0" descr="D:/Fuji_Famous/Fujie_Creative/deck_assets/20_new_ideas/letter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9 ―― 常陸太田市と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常陸太田に、フジィのマンホール。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駅前、市役所、養魚場の門。市内に 3〜5 枚。カラーの蓋には公式のフジィを原画どおりの色で（色の再現はマニュアル管理者の確認を条件に）、別の蓋にはちびフジィを。キャラクターのマンホールは日本では収集の対象で、地元紙が必ず報じ、蓋を巡って旅をする人がい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見つけた人が自分で撮り、自分で載せる。写真は撮った本人が広める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残るもの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一度置けば何十年も。維持費はほぼなし。常陸太田が「フジィのふるさと」に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年度に市へ共同設置を提案。デザインは本エントリー添付を叩き台に</a:t>
            </a:r>
            <a:endParaRPr lang="en-US" sz="1050" dirty="0"/>
          </a:p>
        </p:txBody>
      </p:sp>
      <p:pic>
        <p:nvPicPr>
          <p:cNvPr id="17" name="Image 0" descr="D:/Fuji_Famous/Fujie_Creative/deck_assets/20_new_ideas/cover_set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10 ―― 里美養魚場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 ―― 手紙と、はじめてのキャビア。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抽選で選ばれた地元の 40 家族。午前は「2027 年組」への手紙、午後は小さな匙で、日本で初めてこの魚からつくられたキャビアを一口。1987 年にボルガ川の船の上でフジキンの社員が初めて口にしたのと、同じものです。40 席しかないから、話になります。ロケ地もキャビアも自社のもので、外に頼むものがありません。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地元紙は毎年取材に来る。当たった家族は載せ、外れた家族は来年を待つ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遠い高級品が、自分の町の誇りに変わる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年、初回は 40 家族から。応募は市の広報と公式アカウントで</a:t>
            </a:r>
            <a:endParaRPr lang="en-US" sz="1050" dirty="0"/>
          </a:p>
        </p:txBody>
      </p:sp>
      <p:pic>
        <p:nvPicPr>
          <p:cNvPr id="17" name="Image 0" descr="D:/Fuji_Famous/Fujie_Creative/deck_assets/20_new_ideas/openda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11 ―― 記念日登録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「チョウザメの日」を、正式に登録する。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に登録すると、記念日はカレンダーや「今日は何の日」の枠に載り、地方紙や情報番組が毎年拾います。費用は登録料だけ。日付はフジィの誕生日（ふ化の季節に定めた日）とし、公開日と手紙をこの日に重ねます。現存するチョウザメは全種が絶滅危惧種ですが、この魚のための日はまだ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毎年、何もしなくても一度は名前が出る日ができる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一社のマスコットではなく、一つの種の顔になる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年度、日付を決めて登録。書類一式と登録料で済む</a:t>
            </a:r>
            <a:endParaRPr lang="en-US" sz="1050" dirty="0"/>
          </a:p>
        </p:txBody>
      </p:sp>
      <p:pic>
        <p:nvPicPr>
          <p:cNvPr id="17" name="Image 0" descr="D:/Fuji_Famous/Fujie_Creative/deck_assets/20_new_ideas/sda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キーホルダー／25cm／50cm。いちばん小さい 10cm がいちばん安く、鞄に下がって毎日人目に触れます。いずれも試作イメージです。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u="sng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https://don-bp.github.io/fuji_famous/studio-fa519005bf/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オフラインでご覧の場合は添付のHTMLから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年の、ある一日。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 CM は考えていない、と募集要項にあります。ここに並べたものは、どれも買った枠ではありません。ですから効果は視聴率ではなく、こういう一日として現れます。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常陸太田の給餌、7 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里美養魚場で水面が一斉に沸き立ちます。飼育員がスマートフォンで 20 秒撮り、ちびフジィの声で「今日もごはん。1 万匹分」と添えて投稿します。114 人だったフォロワーは、この一年、毎週この光景を見てきました。県の水産課の担当者もその一人で、今日の投稿を庁内に転送します。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56432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大阪の高校、社会科の教室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730752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先生が配った資料の QR コードを、生徒が読み取ります。90 秒後、教室の 40 台のスマートフォンに成魚が泳いでいます。「先生、この会社なに？」「バルブの会社。この魚を世界で初めて卵から育てた」。その生徒の一人が、三年後の採用説明会でこの日のことを話します。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7064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友だちのグループチャット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01384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が「サメじゃないです」のスタンプを送ります。「何これ」「チョウザメ。絶滅しそうな魚を、獲らずに増やせるようにした会社がいるんだって」。フジキンはこの会話に一円も払っていません。送った本人は、二週間前に友だちからこのスタンプをもらった人で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どこかの家の食卓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歳暮の国産キャビアの缶に、小さな銀色の魚が描かれています。「これ、里美のやつだ。今度見に行こう」。缶をつくった生産者は、フジキンから稚魚を買っている会社です。ロゴの使用料は、かかっていません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四つの場面に共通点が一つ。誰かがフジキンの話を、自分の言葉でしている。それが「覚えられる会社」と「語られる会社」の差です。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74243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企画の全体像・年表・体験版はこちらで　</a:t>
            </a:r>
            <a:pPr algn="ctr" indent="0" marL="0">
              <a:buNone/>
            </a:pPr>
            <a:r>
              <a:rPr lang="en-US" sz="1250" b="1" u="sng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https://don-bp.github.io/fuji_famous/studio-fa519005bf/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08990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2026-09-18T02:18:32Z</dcterms:created>
  <dcterms:modified xsi:type="dcterms:W3CDTF">2026-09-18T02:18:32Z</dcterms:modified>
</cp:coreProperties>
</file>