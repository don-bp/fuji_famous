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表紙。結論を先に置く：フジィは想像上のキャラクターではなく、フジキンが実際に育てている魚である。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物語に「重さ」を与えるスライド。キャビアの話を、食の話から保全の話へ引き上げる。統合報告書・サステナビリティ部門にも共有できる論点になる。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キャラクターの最大の弱点（サメに見える）を、そのまま最大の入口に変える。フジキン自身のサイトが根拠。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チョウザメの特徴（銀色のボディ、長い吻、背中の硬鱗、4本のひげ、大きな黒い目）はすべて継承。ひれのみで、脚はありません。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 年という締切を置くことで、この企画は「いつかやる案」ではなく「来年度の計画」になる。第 1 期の制作物は本エントリーにすべて添付済み。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9310" y="214884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417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フジィを有名にする！アイデアコンテスト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7452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</a:t>
            </a:r>
            <a:endParaRPr lang="en-US" sz="6000" dirty="0"/>
          </a:p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実在する。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224528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世界初の完全養殖ストーリーで、</a:t>
            </a:r>
            <a:endParaRPr lang="en-US" sz="145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フジィを「シンボル」から「キャラクター」へ。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943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問題は「知られていない」ことではない。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「語る材料」が表に出ていないことである。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募集要項にはこうあります ——「半導体業界などで高い知名度を誇る企業ですが、一般層にはまだ広く知られていない」。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しかしフジキンには、一般層がもっとも強く反応する材料が、すでに社内にあります。それがフジィと結びついていないだけです。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公式Instagram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 2,212 億円・従業員 6,742 名の企業として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0832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90872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90872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一般消費者向けの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自社商品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キャビアは飲食店・卸売のみへ販売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40年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語られていない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挑戦の記録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年から続く世界初への道のり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出典：募集概要、フジキン会社概要（2026年3月期）、公式Instagram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フジィは「シンボル」であって、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まだ「キャラクター」ではない。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マニュアル第 7 条は正しい。企業シンボルは厳格に守られるべきです。しかしシンボルのままでは、有名にはなれません。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A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シンボル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いまのフジィ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できる：企業の信頼を示す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できる：製品の品質を象徴する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できる：広告・会社案内で映える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9834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できない：笑うことができない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できない：動くことができない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できない：抱きしめられない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できない：ファンが描けない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940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キャラクター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必要なフジィ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できる：感情を持つ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できる：日常に入り込む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できる：グッズになれる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できる：人が共有したくなる</a:t>
            </a:r>
            <a:endParaRPr lang="en-US" sz="1150" dirty="0"/>
          </a:p>
        </p:txBody>
      </p:sp>
      <p:pic>
        <p:nvPicPr>
          <p:cNvPr id="14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4389120"/>
            <a:ext cx="1600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387397"/>
            <a:ext cx="4754880" cy="199176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この企画の起点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288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2004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10,000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3803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尾 以上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434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茨城県常陸太田市・里美養魚場。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フジィは想像上の生きものではありません。フジキンが 40 年かけて、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本当に育ててきた魚です。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15_act2/endangered_wa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250920"/>
            <a:ext cx="4937760" cy="275595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2344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この魚について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7830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26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──そして、絶滅危惧種である。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7490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チョウザメは、IUCN レッドリストで「もっとも絶滅の危機にある生物群」とされています。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現存する全種が、絶滅危惧種です。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億年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恐竜より古く、ほとんど姿を変えなかった魚。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「進化」を名に持つフジィは、進化する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必要がなかった魚でもあります。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70832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45152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種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645152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現存するチョウザメは、すべて絶滅危惧種。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キャビアのために、世界中で獲られ続けました。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55864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30184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 年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330184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完全養殖の成立以降、この魚は水槽の中だけで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世代をつないでいます。川から獲る必要が、ない。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フジキンがつくったのは、珍味ではありません。「もう川から獲らなくていい」という技術です。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バルブメーカーが、日本の国産キャビアを生んだ。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最高技術顧問・故 西堀栄三郎先生の一言。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「フジキンのバルブを使って、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チョウザメの養殖を始めてみないか？」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456432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民間初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日本の民間企業として初めて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人工ふ化に成功。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しかし初年度の生残率はわずか 5%。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227064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27064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27064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水槽での完全養殖に成功。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生残率は 60% へ。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卵から育てた魚が、また卵を産んだ。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97696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997696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997696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日本初のキャビア出荷。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いま国内に流通する国産キャビアの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多くは、ここから広がっている。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52578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 11 年間こそ、企業ポリシー「極限への挑戦」そのものです。説明する言葉ではなく、実話として語れます。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62356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フジィは、この物語の魚です。いま里美養魚場に泳ぐ 1 万尾は一尾残らずこの物語の続きで、会社案内の銀色の魚は、その 1 万尾の顔です。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グッズは配り終わる。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物語は、人が人に話す。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募集要項にも「グッズ製作などの枠にとどまらない、幅広い視点のアイデア」とあります。本企画はグッズを否定しません。順序を変えます —— 物語を先に立て、グッズはその受け皿にします。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383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従来の順序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336499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グッズをつくる　→　配る　→　終わる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77647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配布数が上限。話題は一度きり。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466344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本企画の順序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828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物語を立てる　→　キャラクターが受け皿になる　→　人が人に話す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523951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誰かに話したくなる強度を持っています。広告費をかけずに伝播する、唯一の資産です。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172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チョウザメは「蝶のサメ」と書くため、ほぼ全員が最初にサメだと思います。フジキンのキャビアサイトにも「サメとの違い」というページがあるほどです。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ならば、誤解を直す努力をやめて、誤解のほうを入口にします。</a:t>
            </a:r>
            <a:endParaRPr lang="en-US" sz="1300" dirty="0"/>
          </a:p>
        </p:txBody>
      </p:sp>
      <p:pic>
        <p:nvPicPr>
          <p:cNvPr id="5" name="Image 0" descr="D:/Fuji_Famous/Fujie_Creative/15_act2/shark_vs_sturgeon_c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974366"/>
            <a:ext cx="4389120" cy="20863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493008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36301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サメ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36484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歯がある／軟骨魚／海／ヒゲなし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85800" y="4169664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430682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チョウザメ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2651760" y="43251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歯がない／硬骨魚／淡水／ヒゲ 4 本・背中に硬い板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85800" y="4937760"/>
            <a:ext cx="10789920" cy="1097280"/>
          </a:xfrm>
          <a:prstGeom prst="roundRect">
            <a:avLst>
              <a:gd name="adj" fmla="val 5000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7280" y="512064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　→　「サメより、ずっと少ないんです。」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55595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冗談で入口を開け、事実で残す。この二行で「チョウザメとは何か」と「なぜ大切か」が同時に伝わります。スタンプもグッズもミニゲームも、すべてここから展開できます。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この一言を発するのは「ちびフジィ」です。公式フジィに文字を重ねることはしません（マニュアル第 7 条）。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の施策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上から順に実施します。①がなければ②以降は成立しません。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1854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00253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3317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表情と親しみを担う第 2 の姿を公式に追加する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70832" y="187452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5152" y="21854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45152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00253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148072" y="23317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友だち追加を条件に無料配布する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055864" y="187452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0184" y="21854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3018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833104" y="200253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833104" y="23317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誰も見たことのない養魚場の映像を出す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5800" y="297180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328269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0998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ちびフジィの無償開放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34290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稚魚取引先のパッケージを広告に変える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70832" y="297180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45152" y="328269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45152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30998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会いに行けるマスコット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34290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里美養魚場を限定公開する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055864" y="297180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30184" y="328269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30184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833104" y="30998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年の物語を映像化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833104" y="34290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800" y="406908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0120" y="437997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60120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463040" y="419709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水族館のサメの隣に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1463040" y="45262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アクアワールド大洗に本物のフジィの水槽を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370832" y="406908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45152" y="437997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645152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5148072" y="419709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 年の手紙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5148072" y="45262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同い年の「2027 年組」に書き、100 周年に開封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055864" y="406908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30184" y="437997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330184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8833104" y="419709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フジィのマンホール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833104" y="45262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常陸太田市内に 3〜5 枚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85800" y="516636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60120" y="547725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6012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1463040" y="52943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年に一度の公開日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1463040" y="562356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 40 家族。手紙と、はじめてのキャビア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370832" y="516636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45152" y="547725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645152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148072" y="52943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「チョウザメの日」を登録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5148072" y="562356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日本記念日協会へ。誕生日と公開日を重ねる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 ―― 表情を持つ、第 2 の姿。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現行マニュアルの規定は一切変更しません。従来のフジィは企業シンボルとして厳格に保護したまま、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公の場で人と接するための姿を新たに追加します。</a:t>
            </a:r>
            <a:endParaRPr lang="en-US" sz="1400" dirty="0"/>
          </a:p>
        </p:txBody>
      </p:sp>
      <p:pic>
        <p:nvPicPr>
          <p:cNvPr id="5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880360"/>
            <a:ext cx="3017520" cy="3017520"/>
          </a:xfrm>
          <a:prstGeom prst="rect">
            <a:avLst/>
          </a:prstGeom>
        </p:spPr>
      </p:pic>
      <p:pic>
        <p:nvPicPr>
          <p:cNvPr id="6" name="Image 1" descr="D:/Fuji_Famous/Fujie_Creative/deck_assets/01_character/master_expression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319" y="2880360"/>
            <a:ext cx="404132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 ―― マニュアルとの関係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7 条は、破りません。足します。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従来のフジィ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企業シンボル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会社案内・広告・名刺・製品資料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ver1.0 の規定どおり、変形・色変更・透過・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文字の重ね・デザイン変更・要素の追加削除は一切行いません。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パブリック・キャラクター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SNS・スタンプ・グッズ・イベント・地域連携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として新たに規定を設け、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表情差分や利用ルールを整備します。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シンボルは守り、キャラクターは育てる。両立させるための提案です。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種を、無料配布する。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でもっとも費用対効果の高い認知獲得手段です。スタンプは「友人が」「私的な会話の中で」「自発的に」送るため、広告では決して到達できない場所に届きます。一度制作すれば、送信されるたびに露出が続きます。</a:t>
            </a:r>
            <a:endParaRPr lang="en-US" sz="1350" dirty="0"/>
          </a:p>
        </p:txBody>
      </p:sp>
      <p:pic>
        <p:nvPicPr>
          <p:cNvPr id="5" name="Image 0" descr="D:/Fuji_Famous/Fujie_Creative/deck_assets/02_stickers/sticker_board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322" y="2926080"/>
            <a:ext cx="2508796" cy="3108960"/>
          </a:xfrm>
          <a:prstGeom prst="rect">
            <a:avLst/>
          </a:prstGeom>
        </p:spPr>
      </p:pic>
      <p:pic>
        <p:nvPicPr>
          <p:cNvPr id="6" name="Image 1" descr="D:/Fuji_Famous/Fujie_Creative/deck_assets/02_stickers/sticker_board_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322" y="2926080"/>
            <a:ext cx="2508796" cy="3108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26680" y="2926080"/>
            <a:ext cx="37490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すでに制作済みです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092440" y="370332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日常語 40 種：おはよう／ありがとう／おつかれさま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動きのある 24 種：ながれにのれ／ロケット／ハイタッチ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 64 種：海外拠点・WhatsApp にもそのまま使えます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一番手は「サメじゃないです」。この一言が会話を始めます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配布条件：公式アカウント友だち追加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 フォロワーは弱点ではなく、余白です。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317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誰も見たことのない映像を、フジキンだけが持っています。制作費はほぼかかりません。すでに社内にある光景です。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万尾の給餌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水面が一斉に沸き立つ数十秒。説明不要で強い映像です。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539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6539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ふ化の瞬間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卵から出てくる一尾。40 年の研究の核心が数秒で伝わります。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327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3327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夜明けの養魚場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静かな水面と作業の始まり。企業の日常が、そのまま物語になります。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539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6539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雌雄判別の技術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フジキンが確立した専門ノウハウ。技術系メディアが反応します。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4 ―― 他社に真似できない施策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取引先のパッケージを、そのまま広告に変える。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はチョウザメの稚魚を全国の養殖業者へ販売しています。その取引先にちびフジィを無償開放すれば、日本中の国産キャビア生産者の商品に、フジィが載ります。追加費用はかからず、既存の取引網だけで成立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稚魚を販売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（既存事業）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27832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575304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03904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全国の養殖業者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03904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ちびフジィを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無償で使用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17336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464808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3408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国産キャビア商品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パッケージに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フジィが載る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9354312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82912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一般消費者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82912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食卓でフジィと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出会う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532180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BtoB 企業が BtoC に到達する、現実的で低コストな経路です。フジキン以外の企業には、この取引網がありません。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日本で唯一、「餌やりができる」企業マスコットへ。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里美養魚場（茨城県常陸太田市）の限定公開。1 万尾の本物のフジィに会える場所をつくります。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茨城県は「霞ヶ浦キャビア」で国内一の産地を目指しており、県・自治体・地元メディアを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無償の拡散チャネルとして活用できます。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395020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3931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小学校・自治体との連携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206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地元の社会科見学・食育プログラムとして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68172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663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採用広報への転用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49377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学生が「極限への挑戦」を体験として理解する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394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メディアの取材動線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669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テレビ・新聞が撮りたくなる絵がある</a:t>
            </a:r>
            <a:endParaRPr lang="en-US" sz="1050" dirty="0"/>
          </a:p>
        </p:txBody>
      </p:sp>
      <p:pic>
        <p:nvPicPr>
          <p:cNvPr id="17" name="Image 0" descr="D:/Fuji_Famous/Fujie_Creative/deck_assets/04_campaign/stage_3_f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7791" y="2377440"/>
            <a:ext cx="3449698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年の物語を、映像化する。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ロケ地はすべて自社保有。制作費以外の追加投資を必要としません。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旧ソ連視察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ボルガ川を行く船の上で、はじめて口にしたフレッシュキャビア。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なぜ世界三大珍味なのかを、舌で理解した瞬間。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36592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3659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36592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生残率 5%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736592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尾のうち 95 尾が育たなかった初年度。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この数字こそ、物語の芯になります。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55864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21624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21624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421624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世界初への 11 年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21624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1998 年の完全養殖まで。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企業ポリシー「極限への挑戦」の、最も具体的な証拠。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68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短尺縦型（SNS）と長尺（会社案内・採用）の 2 形態で展開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7 ―― 水族館と組めば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サメの水槽の隣に、サメじゃない魚を。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アワールド茨城県大洗水族館はサメの展示で知られています。その隣に小さな水槽を一つ置き、里美養魚場から来た本物のフジィを泳がせます。パネルの一言は「サメじゃないです。サメより、ずっと少ないんです」。誰もがサメだと思う魚を、本物のサメの隣に。これ以上わかりやすい入口はありません。水族館の判断が前提の提案で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フジキンが自前では集められない規模の来館者に、年間を通じて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水族館に来る人は、はじめから魚を好きになりに来ている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年度に小規模な特設水槽を提案。実現すれば 40 周年の企画展へ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8 ―― 同い年の魚に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 年の手紙。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養魚場を訪れた子どもが、その年に卵からかえった「2027 年組」に手紙を書きます。封をして、開けるのは 2030 年、創業 100 周年の日。一尾ずつを追う必要はありません。魚は年ごとの組で育てられ、いつかえったかは必ずわかっています。チョウザメは人より長く生きることがあります。同い年の魚は、一生の相手になります。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学校・家庭・地域。「預けたもの」としてフジキンの名前が残る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「あの会社の魚」が「わたしの年の魚」になる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年の公開日に最初の手紙を集める。便箋と、封をする箱と、開封の日付だけ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9 ―― 常陸太田市と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常陸太田に、フジィのマンホール。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駅前、市役所、養魚場の門。市内に 3〜5 枚。カラーの蓋には公式のフジィを原画どおりの色で（色の再現はマニュアル管理者の確認を条件に）、別の蓋にはちびフジィを。キャラクターのマンホールは日本では収集の対象で、地元紙が必ず報じ、蓋を巡って旅をする人がい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見つけた人が自分で撮り、自分で載せる。写真は撮った本人が広める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残るもの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一度置けば何十年も。維持費はほぼなし。常陸太田が「フジィのふるさと」に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年度に市へ共同設置を提案。デザインは本エントリー添付を叩き台に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10 ―― 里美養魚場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年に一度の公開日 ―― 手紙と、はじめてのキャビア。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抽選で選ばれた地元の 40 家族。午前は「2027 年組」への手紙、午後は小さな匙で、日本で初めてこの魚からつくられたキャビアを一口。1987 年にボルガ川の船の上でフジキンの社員が初めて口にしたのと、同じものです。40 席しかないから、話になります。ロケ地もキャビアも自社のもので、外に頼むものがありません。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地元紙は毎年取材に来る。当たった家族は載せ、外れた家族は来年を待つ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遠い高級品が、自分の町の誇りに変わる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年、初回は 40 家族から。応募は市の広報と公式アカウントで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11 ―― 記念日登録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「チョウザメの日」を、正式に登録する。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念日協会に登録すると、記念日はカレンダーや「今日は何の日」の枠に載り、地方紙や情報番組が毎年拾います。費用は登録料だけ。日付はフジィの誕生日（ふ化の季節に定めた日）とし、公開日と手紙をこの日に重ねます。現存するチョウザメは全種が絶滅危惧種ですが、この魚のための日はまだあり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毎年、何もしなくても一度は名前が出る日ができる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一社のマスコットではなく、一つの種の顔になる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年度、日付を決めて登録。書類一式と登録料で済む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ぬいぐるみは、3 サイズで「成長」を見せる。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稚魚・幼魚・成魚。フジキンが世界で初めて成功させた「完全養殖」＝ 一生をまるごと育てる技術が、そのまま商品ラインになります。グッズが物語を説明してくれます。</a:t>
            </a:r>
            <a:endParaRPr lang="en-US" sz="1350" dirty="0"/>
          </a:p>
        </p:txBody>
      </p:sp>
      <p:pic>
        <p:nvPicPr>
          <p:cNvPr id="5" name="Image 0" descr="D:/Fuji_Famous/Fujie_Creative/deck_assets/03_plushie/plush_size_lineu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165" y="2880360"/>
            <a:ext cx="5406390" cy="3017520"/>
          </a:xfrm>
          <a:prstGeom prst="rect">
            <a:avLst/>
          </a:prstGeom>
        </p:spPr>
      </p:pic>
      <p:pic>
        <p:nvPicPr>
          <p:cNvPr id="6" name="Image 1" descr="D:/Fuji_Famous/Fujie_Creative/deck_assets/03_plushie/plush_keychain_lifesty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163383"/>
            <a:ext cx="1828800" cy="2451475"/>
          </a:xfrm>
          <a:prstGeom prst="rect">
            <a:avLst/>
          </a:prstGeom>
        </p:spPr>
      </p:pic>
      <p:pic>
        <p:nvPicPr>
          <p:cNvPr id="7" name="Image 2" descr="D:/Fuji_Famous/Fujie_Creative/deck_assets/03_plushie/plush_studio_fron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451860"/>
            <a:ext cx="1874520" cy="18745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10cm キーホルダー／25cm／50cm。いちばん小さい 10cm がいちばん安く、鞄に下がって毎日人目に触れます。いずれも試作イメージです。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一匹の魚から、五つの棚。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同じ一匹から、客層のちがう棚をつくります。子どもの棚、贈答の棚、旅の棚、文様の棚、工芸の棚。公式原画を使う棚では、マニュアル第 7 条のとおり原画に一切手を入れていません。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07_merch_chibi/gacha_capsule_s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398697"/>
            <a:ext cx="1828800" cy="102072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5528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0664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見学者センターとガチャ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52928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0" name="Image 1" descr="D:/Fuji_Famous/Fujie_Creative/deck_assets/12_merch_official_2/official_gift_s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3226308"/>
            <a:ext cx="1828800" cy="136550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62656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公式ライン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907792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贈答と式典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020056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2" descr="D:/Fuji_Famous/Fujie_Creative/deck_assets/09_merch_maison/maison_to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3226308"/>
            <a:ext cx="1828800" cy="136550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29784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Maison Fujie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074920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革と帆布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187184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8" name="Image 3" descr="D:/Fuji_Famous/Fujie_Creative/deck_assets/13_merch_wamon/wamon_shop_tab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624" y="3398697"/>
            <a:ext cx="1828800" cy="102072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96912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和紋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7242048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文様を持ちあるく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354312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22" name="Image 4" descr="D:/Fuji_Famous/Fujie_Creative/deck_assets/10_merch_wa/wa_ukiyoe_wav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5752" y="3226308"/>
            <a:ext cx="1828800" cy="136550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9409176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工芸のことば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 100 点超を制作済み。全点は添付のポートフォリオサイトでご覧いただけます。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もう一つの意匠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フジキンの名は、富士に由来する。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社名の由来がそのまま意匠になります。水にくわえて富士を据えると、五つの棚すべてが一本の筋でつながります。浮世絵の遠景に、金屏風の右隻に、青海波を抜いた白地に、絹の中央に、そして 40 周年の記章に。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6235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9_fujisan/wa/wa_fuji_ukiyo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9384" y="3017520"/>
            <a:ext cx="3796393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9_fujisan/badge_40_fuj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188" y="2990088"/>
            <a:ext cx="969264" cy="9692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928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周年の記章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90525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chibi/chibi_fuji_gach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359" y="2990088"/>
            <a:ext cx="1298121" cy="9692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1074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 ガチャ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5379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maison/maison_fuji_scarf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9188" y="4562856"/>
            <a:ext cx="969264" cy="96926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928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Maison スカーフ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90525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7" name="Image 4" descr="D:/Fuji_Famous/Fujie_Creative/deck_assets/19_fujisan/wamon/wamon_fuji_furoshiki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3788" y="4562856"/>
            <a:ext cx="969264" cy="96926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1074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青海波 風呂敷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富士は公式原画の隣に置く意匠であり、原画そのものには重ねていません。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この魚のために、文様を 18 種描いた。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日本の文様は意味で選ばれてきました。青海波は海、鱗は魚の鱗、立涌はのぼる流れ、麻の葉は育つこと。そこへこの魚の要素を描き足しています —— 亀甲の節にはバルブのハンドル、矢絣は逆流、小紋の粒はキャビア。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0749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1_wamon/wamon_collection_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9571" y="3017520"/>
            <a:ext cx="2987378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3_merch_wamon/wamon_sens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3622487"/>
            <a:ext cx="1563624" cy="116750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025896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扇子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7836408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wa_official/wao_fuji_byobu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3769880"/>
            <a:ext cx="1563624" cy="872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872984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金屏風 ／ 公式原画</a:t>
            </a:r>
            <a:endParaRPr lang="en-US" sz="850" dirty="0"/>
          </a:p>
        </p:txBody>
      </p:sp>
      <p:sp>
        <p:nvSpPr>
          <p:cNvPr id="13" name="Shape 8"/>
          <p:cNvSpPr/>
          <p:nvPr/>
        </p:nvSpPr>
        <p:spPr>
          <a:xfrm>
            <a:off x="9683496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official/official_fuji_glas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6648" y="3622487"/>
            <a:ext cx="1563624" cy="116750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720072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クリスタル ／ 公式原画</a:t>
            </a:r>
            <a:endParaRPr lang="en-US" sz="850" dirty="0"/>
          </a:p>
        </p:txBody>
      </p:sp>
      <p:sp>
        <p:nvSpPr>
          <p:cNvPr id="16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同じ版を風呂敷・手ぬぐい・扇子・包装紙・化粧箱へ展開しています。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本エントリーの添付資料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「フジィを育てよう」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―― 実際に遊べる育成シミュレーターを制作しました。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49424"/>
            <a:ext cx="10789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ごはん・あそぶ・ねむる・水流（バルブ開度）の四つの世話で、一粒の卵から成魚まで育てます。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あそぶはミニゲーム四種。フジィの表情が空腹や眠気を伝えます。所要 90 秒。スマートフォンでもそのまま開けます。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6" name="Image 0" descr="D:/Fuji_Famous/Fujie_Creative/deck_assets/04_campaign/stage_1_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154680"/>
            <a:ext cx="1188720" cy="11887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一粒の卵から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98648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0" name="Image 1" descr="D:/Fuji_Famous/Fujie_Creative/deck_assets/04_campaign/stage_2_larv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3269372"/>
            <a:ext cx="1463040" cy="959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1528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990088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111496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4" name="Image 2" descr="D:/Fuji_Famous/Fujie_Creative/deck_assets/04_campaign/stage_3_f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2386" y="3154680"/>
            <a:ext cx="1149899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94376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5202936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324344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8" name="Image 3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664" y="3442614"/>
            <a:ext cx="1463040" cy="61285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507224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7415784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537192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22" name="Image 4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1512" y="3526841"/>
            <a:ext cx="1463040" cy="44439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20072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9628632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そして、40年目へ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685800" y="5440680"/>
            <a:ext cx="10789920" cy="566928"/>
          </a:xfrm>
          <a:prstGeom prst="roundRect">
            <a:avLst>
              <a:gd name="adj" fmla="val 12903"/>
            </a:avLst>
          </a:prstGeom>
          <a:solidFill>
            <a:srgbClr val="12323F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051560" y="555955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いますぐ開けます　</a:t>
            </a:r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https://don-bp.github.io/fuji_famous/</a:t>
            </a:r>
            <a:pPr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／　添付：フジィを育てよう.html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年は、40 年目です。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40 年、2002 年の初出荷から 25 年。2027 年はその両方が重なる年です。結果発表は 2026 年 12 月 —— 2027 年度の計画に、そのまま乗せられます。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春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挑戦から 40 年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ちびフジィ確定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策定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 128 種公開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ふ化の季節に合わせ、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フジィの誕生日を定める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56432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30752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730752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初出荷から 25 年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0752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 運用開始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養魚場の映像を蓄積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取引先への無償開放を案内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30752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周年の国産キャビアとして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地域・行政に持ち込める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730752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想定コスト：低〜中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27064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1384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2028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644384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完全養殖から 30 年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里美養魚場の限定公開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茨城県との連携協議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ぬいぐるみ等グッズ化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「会いに行けるマスコット」の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開始年として節目が立つ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997696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72016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2030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0415016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272016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 100 周年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272016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ドキュメンタリー公開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採用広報への本格転用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272016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フジィ自身も 5 歳。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周年の顔になる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272016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想定コスト：中〜高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" y="5715000"/>
            <a:ext cx="10789920" cy="603504"/>
          </a:xfrm>
          <a:prstGeom prst="roundRect">
            <a:avLst>
              <a:gd name="adj" fmla="val 9091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97280" y="587044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 100 周年を、フジィが有名になった状態で迎える。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期待される効果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年の、ある一日。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 CM は考えていない、と募集要項にあります。ここに並べたものは、どれも買った枠ではありません。ですから効果は視聴率ではなく、こういう一日として現れます。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朝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常陸太田の給餌、7 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里美養魚場で水面が一斉に沸き立ちます。飼育員がスマートフォンで 20 秒撮り、ちびフジィの声で「今日もごはん。1 万匹分」と添えて投稿します。114 人だったフォロワーは、この一年、毎週この光景を見てきました。県の水産課の担当者もその一人で、今日の投稿を庁内に転送します。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56432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0752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730752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大阪の高校、社会科の教室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730752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先生が配った資料の QR コードを、生徒が読み取ります。90 秒後、教室の 40 台のスマートフォンに成魚が泳いでいます。「先生、この会社なに？」「バルブの会社。この魚を世界で初めて卵から育てた」。その生徒の一人が、三年後の採用説明会でこの日のことを話します。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27064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1384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夕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501384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友だちのグループチャット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501384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が「サメじゃないです」のスタンプを送ります。「何これ」「チョウザメ。絶滅しそうな魚を、獲らずに増やせるようにした会社がいるんだって」。フジキンはこの会話に一円も払っていません。送った本人は、二週間前に友だちからこのスタンプをもらった人です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997696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72016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どこかの家の食卓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272016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歳暮の国産キャビアの缶に、小さな銀色の魚が描かれています。「これ、里美のやつだ。今度見に行こう」。缶をつくった生産者は、フジキンから稚魚を買っている会社です。ロゴの使用料は、かかっていません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85800" y="5715000"/>
            <a:ext cx="10789920" cy="603504"/>
          </a:xfrm>
          <a:prstGeom prst="roundRect">
            <a:avLst>
              <a:gd name="adj" fmla="val 9091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7280" y="587044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四つの場面に共通点が一つ。誰かがフジキンの話を、自分の言葉でしている。それが「覚えられる会社」と「語られる会社」の差です。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期待される効果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一度つくれば、翌年の土台になる。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5272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「覚えられる会社」から「語られる会社」へ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8484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一般層への継続的な到達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スタンプは送信されるかぎり露出が続きます。一度の制作費で、最も信頼された場所に繰り返し現れます。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5272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取引先を通じた面の拡大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フジキンが直接リーチできない一般消費者の食卓に、フジィが届きます。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採用広報への波及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 から世界初に至った 11 年間は、学生がもっとも反応する種類の物語です。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5272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地域・行政との連携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茨城県の産地化政策と目的が一致し、無償の拡散チャネルになります。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8484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資産が積み上がる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78484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キャラクター・スタンプ・映像・公開体制。いずれも残り、時間とともに価値が増します。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0390" y="141732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3611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このフジィは、実在します。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 40 年かけて育ててきた魚を、</a:t>
            </a:r>
            <a:endParaRPr lang="en-US" sz="145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日本中が知っている名前にしたいと考えています。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41324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年、40 年目。　創業 100 周年を、フジィが有名になった状態で迎える。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2026-09-17T06:28:33Z</dcterms:created>
  <dcterms:modified xsi:type="dcterms:W3CDTF">2026-09-17T06:28:33Z</dcterms:modified>
</cp:coreProperties>
</file>