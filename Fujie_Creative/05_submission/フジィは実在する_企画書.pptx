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2027 年 —— 1987 年から 40 年、2002 年から 25 年。ふたつの節目が重なります。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つの施策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マスコットは、飾るものではなく、集めるもの。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一点の値段がいちばん安く、いちばん遠くまで行くのがマスコットです。6 種を出してブラインドで売れば、買うのは一度きりではなくなります。そして鞄に下がった瞬間、通勤電車のなかで毎日人目に触れます。棚の上ではなく、街のなかに置ける唯一のグッズです。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3_plushie/plush_mascot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818" y="3017520"/>
            <a:ext cx="3194685" cy="1783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6 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同じ一匹を 6 つの姿で。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揃えたくなる形にします。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434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03_plushie/plush_mascot_blindba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733" y="3017520"/>
            <a:ext cx="2388054" cy="1783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262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ブラインド販売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中身は開けるまで分からない。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一度きりの買い物にしません。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0010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3_plushie/plush_mascot_ra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333" y="3017520"/>
            <a:ext cx="2388054" cy="17830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838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ラックで面を取る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1381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小さく、軽く、吊るせる。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売り場でいちばん場所を取りません。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10cm・全 6 種。ぬいぐるみ 3 サイズのうち、いちばん安く、いちばん数が出る一点です。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2026-09-16T05:20:20Z</dcterms:created>
  <dcterms:modified xsi:type="dcterms:W3CDTF">2026-09-16T05:20:20Z</dcterms:modified>
</cp:coreProperties>
</file>